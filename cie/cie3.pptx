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53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6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40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0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1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5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3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3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3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0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C2A8F50-DF3A-47AE-8671-FF7EAE8AD79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9A913F-3EFF-4991-9402-F70E3C0F124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7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8122" y="1375264"/>
            <a:ext cx="1078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Agriculture Drought Prediction – OJT-2 Presentation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3492" y="2004852"/>
            <a:ext cx="4509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Continuous Internal Evaluation - 03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688121" y="2605123"/>
            <a:ext cx="779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NETLABS GLOBAL IT SERVICES PVT LTD</a:t>
            </a:r>
          </a:p>
          <a:p>
            <a:pPr algn="ctr"/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INDUSTRY SUPERVISOR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Project Manager SANTOSH JENA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60" y="3833522"/>
            <a:ext cx="49416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: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Megha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Bharathi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</a:t>
            </a:r>
          </a:p>
          <a:p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No : 102CS23031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en-US" b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CS  Department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SJ (GOVT) Polytechnic College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Bangalore-560001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9738" y="3804179"/>
            <a:ext cx="53711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Submitted to : 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Industry Supervisor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Santosh Jena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Project Manager/Team Lead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NetLabs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Global IT Services PVT LTD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Bangalore-560001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2957" y="5059516"/>
            <a:ext cx="6035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Head of Department :</a:t>
            </a:r>
          </a:p>
          <a:p>
            <a:pPr algn="ctr"/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Haritha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S M</a:t>
            </a:r>
          </a:p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SJ (GOVT) Polytechnic College</a:t>
            </a:r>
          </a:p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Bangalore-560001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7820" cy="10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8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81925" y="1459269"/>
            <a:ext cx="10058400" cy="11444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AGENDA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00698" y="2949924"/>
            <a:ext cx="9656641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2800" b="1" u="sng" dirty="0" smtClean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Table of Content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endParaRPr lang="en-US" altLang="en-US" sz="2800" b="1" u="sng" dirty="0" smtClean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 &amp; Job Role  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OJT-2 Learning (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AI/ML, APIs, Excel</a:t>
            </a:r>
            <a:r>
              <a:rPr lang="en-US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 Case-2 : Agriculture Drought Prediction </a:t>
            </a:r>
            <a:r>
              <a:rPr lang="en-US" alt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Syste</a:t>
            </a:r>
            <a:r>
              <a:rPr lang="en-US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Performance &amp; Value Addition, conclusion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90147" y="2391508"/>
            <a:ext cx="9777046" cy="17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15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36803" y="1274884"/>
            <a:ext cx="10058400" cy="67700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1. Introduction &amp; Job Role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angle 1"/>
          <p:cNvSpPr txBox="1">
            <a:spLocks noChangeArrowheads="1"/>
          </p:cNvSpPr>
          <p:nvPr/>
        </p:nvSpPr>
        <p:spPr bwMode="auto">
          <a:xfrm>
            <a:off x="1052263" y="2477948"/>
            <a:ext cx="6609566" cy="4052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During OJT-2 at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NetLabs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Global IT Services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Pvt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Ltd,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Worked as an AI/ML &amp; Backend Development Intern</a:t>
            </a:r>
          </a:p>
          <a:p>
            <a:r>
              <a:rPr lang="en-US" b="1" u="sng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Responsibilities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Developing AI/ML-based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Designing frontend using HTML &amp;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Building backend using Flask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Learning API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Performing Excel data processing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28601" y="2113755"/>
            <a:ext cx="9777046" cy="17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38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10424" y="821540"/>
            <a:ext cx="11538321" cy="103010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2. OJT Learning – Python &amp; APIs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" y="52753"/>
            <a:ext cx="1661746" cy="729762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1016" y="1641463"/>
            <a:ext cx="11667392" cy="505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🔹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 Development (Invoice System)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Learned Invoice concepts and business usage</a:t>
            </a:r>
          </a:p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Developed APIs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Invoice API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Payment API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Credit Memo API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Aging Report API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Ledger API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🔹 </a:t>
            </a:r>
            <a:r>
              <a:rPr lang="en-US" b="1" u="sng" dirty="0" smtClean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Excel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Data Processing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Extracted invoice data into Excel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Merged datasets from multiple files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Performed record matching and validation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endParaRPr lang="en-US" altLang="en-US" b="1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11016" y="1485900"/>
            <a:ext cx="9777046" cy="17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83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39615" y="729763"/>
            <a:ext cx="11403623" cy="75947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3. Use Case: Automated SMS Data Processing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"/>
            <a:ext cx="1661746" cy="729762"/>
          </a:xfrm>
          <a:prstGeom prst="rect">
            <a:avLst/>
          </a:prstGeom>
        </p:spPr>
      </p:pic>
      <p:sp>
        <p:nvSpPr>
          <p:cNvPr id="4" name="Rectangle 15"/>
          <p:cNvSpPr txBox="1">
            <a:spLocks noChangeArrowheads="1"/>
          </p:cNvSpPr>
          <p:nvPr/>
        </p:nvSpPr>
        <p:spPr bwMode="auto">
          <a:xfrm>
            <a:off x="439615" y="1418562"/>
            <a:ext cx="11197004" cy="543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Actor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: User/System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Goal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: Predict drought conditions using environmental inputs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 Flow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User logs into the system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Enters input values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Rainfall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Soil Moisture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Temperature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Humidity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Wind Speed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Data is sent to backend (Flask)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processes inputs and predicts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Drought / No Drought</a:t>
            </a:r>
          </a:p>
          <a:p>
            <a:endParaRPr lang="en-US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36305" y="1453011"/>
            <a:ext cx="114036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60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20970" y="1204545"/>
            <a:ext cx="10284186" cy="11971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Output of use case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331295" y="2089746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7" y="2558562"/>
            <a:ext cx="5690143" cy="34026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21" y="2558562"/>
            <a:ext cx="5783818" cy="340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1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3769" y="1044748"/>
            <a:ext cx="10651881" cy="9573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4. Performance &amp; Conclusion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160" y="2165986"/>
            <a:ext cx="8672030" cy="1143001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b="1" u="sng" dirty="0" smtClean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Performance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Developed drought prediction system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Integrated frontend &amp; backend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Implemented invoice APIs and Excel tasks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u="sng" dirty="0" smtClean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 Addition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Reduced manual effort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Improved efficiency and accuracy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Enabled smart drought prediction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u="sng" dirty="0" smtClean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Applied OJT-2 learning in real projects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Gained skills in AI/ML, APIs &amp; data processing</a:t>
            </a:r>
          </a:p>
          <a:p>
            <a:endParaRPr lang="en-US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73"/>
            <a:ext cx="1661746" cy="101111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63769" y="1780180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68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2235200"/>
            <a:ext cx="4622800" cy="72215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</a:rPr>
              <a:t>Any questions?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8835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124</TotalTime>
  <Words>327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Segoe UI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Kavya M</dc:creator>
  <cp:lastModifiedBy>Kavya M</cp:lastModifiedBy>
  <cp:revision>10</cp:revision>
  <dcterms:created xsi:type="dcterms:W3CDTF">2026-03-18T09:09:37Z</dcterms:created>
  <dcterms:modified xsi:type="dcterms:W3CDTF">2026-04-03T20:18:19Z</dcterms:modified>
</cp:coreProperties>
</file>