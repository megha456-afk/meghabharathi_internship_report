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66" r:id="rId4"/>
    <p:sldId id="258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7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0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45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00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2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7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4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3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4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0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4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209A119-BED9-4F9C-9F75-A9E60E16FE1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C5DF7C4-A459-4078-B608-F38106269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15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7994" y="1247069"/>
            <a:ext cx="10744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GP-SMS Automation Pipeline – OJT-1 Presentation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23492" y="2004852"/>
            <a:ext cx="449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Continuous Internal Evaluation - 02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688123" y="2608747"/>
            <a:ext cx="7763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4">
                    <a:lumMod val="75000"/>
                  </a:schemeClr>
                </a:solidFill>
              </a:rPr>
              <a:t>NETLABS GLOBAL IT SERVICES PVT LTD</a:t>
            </a:r>
          </a:p>
          <a:p>
            <a:pPr algn="ctr"/>
            <a:r>
              <a:rPr lang="en-US" b="1" u="sng" dirty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INDUSTRY SUPERVISOR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Manager SANTOSH JENA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61" y="3833522"/>
            <a:ext cx="49236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Presented by :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Megha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Bharathi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</a:t>
            </a:r>
          </a:p>
          <a:p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No : 102CS23031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lang="en-US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sem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CS  Department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SJ (GOVT) Polytechnic College</a:t>
            </a: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Bangalore-560001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9738" y="3758458"/>
            <a:ext cx="53515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Submitted to :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Industry Supervisor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Santosh Jena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Manager/Team Lead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NetLabs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Global IT Services PVT LTD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Bangalore-560001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1123" y="5657671"/>
            <a:ext cx="6013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Head of Department :</a:t>
            </a:r>
          </a:p>
          <a:p>
            <a:pPr algn="ctr"/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Haritha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 M</a:t>
            </a:r>
          </a:p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SJ (GOVT) Polytechnic College</a:t>
            </a:r>
          </a:p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Bangalore-560001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1905"/>
            <a:ext cx="1661746" cy="101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7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925" y="1459269"/>
            <a:ext cx="10058400" cy="114440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6">
                    <a:lumMod val="50000"/>
                  </a:schemeClr>
                </a:solidFill>
              </a:rPr>
              <a:t>AGENDA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00698" y="2949924"/>
            <a:ext cx="9656641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Table of Content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1" i="0" u="sng" strike="noStrike" cap="none" normalizeH="0" baseline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Introduction &amp; Job Role</a:t>
            </a:r>
            <a:r>
              <a:rPr kumimoji="0" lang="en-US" altLang="en-US" b="1" i="0" u="none" strike="noStrike" cap="none" normalizeH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OJT-1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Learning (Python &amp; Data Processing, API &amp; authentication)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Case-1: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SMS Automation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Performance &amp; Value Addition</a:t>
            </a:r>
            <a:r>
              <a:rPr lang="en-US" altLang="en-US" b="1" dirty="0" smtClean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conclusion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1905"/>
            <a:ext cx="1661746" cy="101111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flipV="1">
            <a:off x="392841" y="2467815"/>
            <a:ext cx="9674351" cy="8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804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841" y="1652954"/>
            <a:ext cx="10058400" cy="677008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</a:rPr>
              <a:t>1. Introduction </a:t>
            </a:r>
            <a:r>
              <a:rPr lang="en-US" sz="4000" dirty="0">
                <a:solidFill>
                  <a:schemeClr val="accent6">
                    <a:lumMod val="50000"/>
                  </a:schemeClr>
                </a:solidFill>
              </a:rPr>
              <a:t>&amp; Job Role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77479" y="2614462"/>
            <a:ext cx="810343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 the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internship at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NetLabs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Global IT Services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Pvt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Ltd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Worked as an AI/ML Intern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sng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Responsible for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Data processing and automation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Working with Python and APIs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Building and testing backend APIs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Automating workflows using Automation Anywhere A360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Contributed to real-time project: GP-SMS Automation Pipeline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1905"/>
            <a:ext cx="1661746" cy="1011116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392841" y="2467815"/>
            <a:ext cx="9674351" cy="8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46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424" y="821540"/>
            <a:ext cx="11538321" cy="1030107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</a:rPr>
              <a:t>2. OJT </a:t>
            </a:r>
            <a:r>
              <a:rPr lang="en-US" sz="4000" dirty="0">
                <a:solidFill>
                  <a:schemeClr val="accent6">
                    <a:lumMod val="50000"/>
                  </a:schemeClr>
                </a:solidFill>
              </a:rPr>
              <a:t>Learning – Python &amp; APIs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" y="52753"/>
            <a:ext cx="1661746" cy="729762"/>
          </a:xfrm>
          <a:prstGeom prst="rect">
            <a:avLst/>
          </a:prstGeom>
        </p:spPr>
      </p:pic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11016" y="1890672"/>
            <a:ext cx="11087099" cy="5579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1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 &amp; Data Processing</a:t>
            </a:r>
            <a:r>
              <a:rPr lang="en-US" sz="18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Learned Python fundamentals and problem-solving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Worked with </a:t>
            </a:r>
            <a:r>
              <a:rPr lang="en-US" sz="18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iterables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 (List, Tuple, Dictionary, 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Set) ; Used 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loops, conditions, and functions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Performed data cleaning using 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Pandas</a:t>
            </a:r>
          </a:p>
          <a:p>
            <a:r>
              <a:rPr lang="en-US" sz="1800" b="1" i="1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API &amp; Backend Development</a:t>
            </a:r>
            <a:r>
              <a:rPr lang="en-US" sz="18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Learned REST API concepts and architecture</a:t>
            </a:r>
          </a:p>
          <a:p>
            <a:r>
              <a:rPr lang="en-US" sz="1800" b="1" i="1" u="sng" dirty="0">
                <a:latin typeface="Segoe UI" panose="020B0502040204020203" pitchFamily="34" charset="0"/>
                <a:cs typeface="Segoe UI" panose="020B0502040204020203" pitchFamily="34" charset="0"/>
              </a:rPr>
              <a:t>Used HTTP methods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: GET, POST, PUT, 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DELETE</a:t>
            </a:r>
          </a:p>
          <a:p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Creating </a:t>
            </a:r>
            <a:r>
              <a:rPr lang="en-US" sz="18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DataBases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in MongoDB</a:t>
            </a:r>
            <a:endParaRPr lang="en-US" sz="1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i="1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Developed APIs</a:t>
            </a:r>
            <a:r>
              <a:rPr lang="en-US" sz="18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HRMS </a:t>
            </a: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API, Banking API, </a:t>
            </a:r>
            <a:r>
              <a:rPr 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etc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i="1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Authentication &amp; Security</a:t>
            </a:r>
            <a:r>
              <a:rPr lang="en-US" sz="18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Token-based authentication (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JWT) ; Session-based authentication ; API 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Key authentication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211016" y="1702884"/>
            <a:ext cx="9674351" cy="8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97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615" y="852853"/>
            <a:ext cx="11403623" cy="759477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</a:rPr>
              <a:t>. Use </a:t>
            </a:r>
            <a:r>
              <a:rPr lang="en-US" sz="4000" dirty="0">
                <a:solidFill>
                  <a:schemeClr val="accent6">
                    <a:lumMod val="50000"/>
                  </a:schemeClr>
                </a:solidFill>
              </a:rPr>
              <a:t>Case: Automated SMS Data Processing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"/>
            <a:ext cx="1661746" cy="729762"/>
          </a:xfrm>
          <a:prstGeom prst="rect">
            <a:avLst/>
          </a:prstGeom>
        </p:spPr>
      </p:pic>
      <p:sp>
        <p:nvSpPr>
          <p:cNvPr id="19" name="Rectangle 15"/>
          <p:cNvSpPr>
            <a:spLocks noGrp="1" noChangeArrowheads="1"/>
          </p:cNvSpPr>
          <p:nvPr>
            <p:ph idx="1"/>
          </p:nvPr>
        </p:nvSpPr>
        <p:spPr bwMode="auto">
          <a:xfrm>
            <a:off x="439615" y="1840930"/>
            <a:ext cx="11197004" cy="5330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sng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Actor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1800" b="1" i="0" u="sng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Goal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Generate final SMS report automatically</a:t>
            </a:r>
          </a:p>
          <a:p>
            <a:r>
              <a:rPr lang="en-US" sz="1800" b="1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 Flow</a:t>
            </a:r>
            <a:r>
              <a:rPr lang="en-US" sz="18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Download SMS data from Google 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Sheets , Clean 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and preprocess 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data, Remove 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duplicate records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Filter new SMS 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data ,Merge 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with GP master data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Generate Excel 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Send automated 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email</a:t>
            </a:r>
            <a:endParaRPr lang="en-US" sz="1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Automate entire workflow using Automation Anywhere A360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Execute process using </a:t>
            </a:r>
            <a:r>
              <a:rPr lang="en-US" sz="18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TaskBot</a:t>
            </a:r>
            <a:endParaRPr lang="en-US" sz="1800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800" b="1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Tools Used</a:t>
            </a:r>
            <a:r>
              <a:rPr lang="en-US" sz="18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/>
            </a:r>
            <a:b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Python (Pandas), Excel, Automation Anywhere </a:t>
            </a:r>
            <a:r>
              <a:rPr lang="en-US" sz="1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A360</a:t>
            </a:r>
          </a:p>
          <a:p>
            <a:r>
              <a:rPr lang="en-US" sz="1800" b="1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Outcome</a:t>
            </a:r>
            <a:r>
              <a:rPr lang="en-US" sz="18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Accurate, automated, and real-time reporting</a:t>
            </a:r>
          </a:p>
          <a:p>
            <a:endParaRPr lang="en-US" sz="1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39615" y="1722233"/>
            <a:ext cx="114036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42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970" y="1204545"/>
            <a:ext cx="10284186" cy="1197161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</a:rPr>
              <a:t>Output of use case</a:t>
            </a:r>
            <a:endParaRPr lang="en-US" sz="40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4281" y="2639098"/>
            <a:ext cx="8118114" cy="31441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1905"/>
            <a:ext cx="1661746" cy="1011116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064581"/>
              </p:ext>
            </p:extLst>
          </p:nvPr>
        </p:nvGraphicFramePr>
        <p:xfrm>
          <a:off x="1014281" y="593924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Worksheet" showAsIcon="1" r:id="rId5" imgW="914400" imgH="792360" progId="Excel.Sheet.12">
                  <p:embed/>
                </p:oleObj>
              </mc:Choice>
              <mc:Fallback>
                <p:oleObj name="Worksheet" showAsIcon="1" r:id="rId5" imgW="914400" imgH="7923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4281" y="593924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/>
        </p:nvCxnSpPr>
        <p:spPr>
          <a:xfrm flipV="1">
            <a:off x="357672" y="2291969"/>
            <a:ext cx="9674351" cy="8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876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69" y="1231978"/>
            <a:ext cx="10651881" cy="95730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6">
                    <a:lumMod val="50000"/>
                  </a:schemeClr>
                </a:solidFill>
              </a:rPr>
              <a:t>4</a:t>
            </a: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</a:rPr>
              <a:t>. Performance </a:t>
            </a:r>
            <a:r>
              <a:rPr lang="en-US" sz="4000" dirty="0">
                <a:solidFill>
                  <a:schemeClr val="accent6">
                    <a:lumMod val="50000"/>
                  </a:schemeClr>
                </a:solidFill>
              </a:rPr>
              <a:t>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555" y="2189285"/>
            <a:ext cx="8672030" cy="1143001"/>
          </a:xfrm>
        </p:spPr>
        <p:txBody>
          <a:bodyPr>
            <a:no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Reduced manual work significantly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Improved accuracy and efficiency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Faster processing time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Fully automated workflow using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TaskBot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Value Added to Organization</a:t>
            </a:r>
            <a:r>
              <a:rPr lang="en-US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Saved time and human effort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Improved reporting quality</a:t>
            </a:r>
          </a:p>
          <a:p>
            <a:r>
              <a:rPr lang="en-US" b="1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  <a:r>
              <a:rPr lang="en-US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Successfully applied OJT learning in real project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Gained hands-on experience in Python, APIs &amp; Automation</a:t>
            </a: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1905"/>
            <a:ext cx="1661746" cy="1011116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63769" y="2061534"/>
            <a:ext cx="9674351" cy="8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008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9046" y="2946478"/>
            <a:ext cx="6057900" cy="1609344"/>
          </a:xfrm>
        </p:spPr>
        <p:txBody>
          <a:bodyPr>
            <a:noAutofit/>
          </a:bodyPr>
          <a:lstStyle/>
          <a:p>
            <a:r>
              <a:rPr lang="en-US" sz="8000" dirty="0" smtClean="0"/>
              <a:t>THANK YOU</a:t>
            </a:r>
            <a:endParaRPr lang="en-US" sz="8000" dirty="0"/>
          </a:p>
        </p:txBody>
      </p:sp>
      <p:sp>
        <p:nvSpPr>
          <p:cNvPr id="3" name="TextBox 2"/>
          <p:cNvSpPr txBox="1"/>
          <p:nvPr/>
        </p:nvSpPr>
        <p:spPr>
          <a:xfrm>
            <a:off x="4416727" y="2374923"/>
            <a:ext cx="3727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Any Questions?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" y="101905"/>
            <a:ext cx="1661746" cy="101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40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Wood 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384</TotalTime>
  <Words>383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Bookman Old Style</vt:lpstr>
      <vt:lpstr>Calibri</vt:lpstr>
      <vt:lpstr>Century Gothic</vt:lpstr>
      <vt:lpstr>Segoe UI</vt:lpstr>
      <vt:lpstr>Wingdings</vt:lpstr>
      <vt:lpstr>Wood Type</vt:lpstr>
      <vt:lpstr>Worksheet</vt:lpstr>
      <vt:lpstr>PowerPoint Presentation</vt:lpstr>
      <vt:lpstr>AGENDA</vt:lpstr>
      <vt:lpstr>1. Introduction &amp; Job Role</vt:lpstr>
      <vt:lpstr>2. OJT Learning – Python &amp; APIs</vt:lpstr>
      <vt:lpstr>3. Use Case: Automated SMS Data Processing</vt:lpstr>
      <vt:lpstr>Output of use case</vt:lpstr>
      <vt:lpstr>4. Performance &amp;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Kavya M</dc:creator>
  <cp:lastModifiedBy>Kavya M</cp:lastModifiedBy>
  <cp:revision>25</cp:revision>
  <dcterms:created xsi:type="dcterms:W3CDTF">2026-02-23T05:20:13Z</dcterms:created>
  <dcterms:modified xsi:type="dcterms:W3CDTF">2026-03-18T09:32:42Z</dcterms:modified>
</cp:coreProperties>
</file>