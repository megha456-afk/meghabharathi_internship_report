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45" r:id="rId1"/>
  </p:sldMasterIdLst>
  <p:sldIdLst>
    <p:sldId id="273" r:id="rId2"/>
    <p:sldId id="271" r:id="rId3"/>
    <p:sldId id="257" r:id="rId4"/>
    <p:sldId id="258" r:id="rId5"/>
    <p:sldId id="269" r:id="rId6"/>
    <p:sldId id="260" r:id="rId7"/>
    <p:sldId id="261" r:id="rId8"/>
    <p:sldId id="267" r:id="rId9"/>
    <p:sldId id="262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04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103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82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892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0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422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91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137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369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210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30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873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36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6" r:id="rId1"/>
    <p:sldLayoutId id="2147484447" r:id="rId2"/>
    <p:sldLayoutId id="2147484448" r:id="rId3"/>
    <p:sldLayoutId id="2147484449" r:id="rId4"/>
    <p:sldLayoutId id="2147484450" r:id="rId5"/>
    <p:sldLayoutId id="2147484451" r:id="rId6"/>
    <p:sldLayoutId id="2147484452" r:id="rId7"/>
    <p:sldLayoutId id="2147484453" r:id="rId8"/>
    <p:sldLayoutId id="2147484454" r:id="rId9"/>
    <p:sldLayoutId id="2147484455" r:id="rId10"/>
    <p:sldLayoutId id="2147484456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315" y="1063869"/>
            <a:ext cx="8308731" cy="114300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COMPANY PROFILE ORGANIZATION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0297" y="2831107"/>
            <a:ext cx="5574323" cy="1057395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42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NETLABS GLOBAL IT SERVICES PVT LTD</a:t>
            </a:r>
          </a:p>
          <a:p>
            <a:pPr marL="0" indent="0" algn="ctr">
              <a:buNone/>
            </a:pPr>
            <a:r>
              <a:rPr lang="en-US" sz="3600" b="1" u="sng" dirty="0" smtClean="0">
                <a:solidFill>
                  <a:schemeClr val="accent3">
                    <a:lumMod val="75000"/>
                  </a:schemeClr>
                </a:solidFill>
              </a:rPr>
              <a:t>INDUSTRY SUPERVISOR </a:t>
            </a:r>
            <a:r>
              <a:rPr lang="en-US" sz="3600" b="1" dirty="0" smtClean="0">
                <a:solidFill>
                  <a:schemeClr val="accent3">
                    <a:lumMod val="75000"/>
                  </a:schemeClr>
                </a:solidFill>
              </a:rPr>
              <a:t>:</a:t>
            </a:r>
          </a:p>
          <a:p>
            <a:pPr marL="0" indent="0" algn="ctr">
              <a:buNone/>
            </a:pPr>
            <a:r>
              <a:rPr lang="en-US" sz="3600" b="1" dirty="0" smtClean="0">
                <a:solidFill>
                  <a:schemeClr val="accent3">
                    <a:lumMod val="75000"/>
                  </a:schemeClr>
                </a:solidFill>
              </a:rPr>
              <a:t>Project Manager SANTOSH JENA</a:t>
            </a:r>
            <a:endParaRPr lang="en-US" sz="3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-17585" y="4299618"/>
            <a:ext cx="33498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 :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Megha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Bharathi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M</a:t>
            </a:r>
          </a:p>
          <a:p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Reg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No : 102CS23031</a:t>
            </a:r>
          </a:p>
          <a:p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6</a:t>
            </a:r>
            <a:r>
              <a:rPr lang="en-US" sz="1600" baseline="30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CS  Department</a:t>
            </a:r>
          </a:p>
          <a:p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SJ (GOVT) Polytechnic College</a:t>
            </a:r>
          </a:p>
          <a:p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Bangalore-560001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78769" y="4299618"/>
            <a:ext cx="31652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Submitted to : Cohort owner</a:t>
            </a:r>
          </a:p>
          <a:p>
            <a:pPr algn="r"/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Raghavendra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M Y</a:t>
            </a:r>
          </a:p>
          <a:p>
            <a:pPr algn="r"/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Lecturer</a:t>
            </a:r>
          </a:p>
          <a:p>
            <a:pPr algn="r"/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SJ (GOVT) Polytechnic College</a:t>
            </a:r>
          </a:p>
          <a:p>
            <a:pPr algn="r"/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Bangalore-560001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84938" y="5623057"/>
            <a:ext cx="32443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accent3">
                    <a:lumMod val="75000"/>
                  </a:schemeClr>
                </a:solidFill>
              </a:rPr>
              <a:t>Head of Department :</a:t>
            </a:r>
          </a:p>
          <a:p>
            <a:pPr algn="ctr"/>
            <a:r>
              <a:rPr lang="en-US" sz="1600" dirty="0" err="1" smtClean="0">
                <a:solidFill>
                  <a:schemeClr val="accent3">
                    <a:lumMod val="75000"/>
                  </a:schemeClr>
                </a:solidFill>
              </a:rPr>
              <a:t>Haritha</a:t>
            </a:r>
            <a:r>
              <a:rPr lang="en-US" sz="1600" dirty="0" smtClean="0">
                <a:solidFill>
                  <a:schemeClr val="accent3">
                    <a:lumMod val="75000"/>
                  </a:schemeClr>
                </a:solidFill>
              </a:rPr>
              <a:t> S M</a:t>
            </a:r>
          </a:p>
          <a:p>
            <a:pPr algn="ctr"/>
            <a:r>
              <a:rPr lang="en-US" sz="1600" dirty="0" smtClean="0">
                <a:solidFill>
                  <a:schemeClr val="accent3">
                    <a:lumMod val="75000"/>
                  </a:schemeClr>
                </a:solidFill>
              </a:rPr>
              <a:t>SJ (GOVT) Polytechnic College</a:t>
            </a:r>
          </a:p>
          <a:p>
            <a:pPr algn="ctr"/>
            <a:r>
              <a:rPr lang="en-US" sz="1600" dirty="0" smtClean="0">
                <a:solidFill>
                  <a:schemeClr val="accent3">
                    <a:lumMod val="75000"/>
                  </a:schemeClr>
                </a:solidFill>
              </a:rPr>
              <a:t>Bangalore-560001</a:t>
            </a:r>
            <a:endParaRPr lang="en-US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85"/>
            <a:ext cx="1661746" cy="10111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flipH="1">
            <a:off x="2128614" y="2149656"/>
            <a:ext cx="4306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Continuous Internal Evaluation - 01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90989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5000">
        <p15:prstTrans prst="pageCurlDouble"/>
      </p:transition>
    </mc:Choice>
    <mc:Fallback xmlns=""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9039" y="1670539"/>
            <a:ext cx="5761558" cy="848946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787162"/>
            <a:ext cx="6347714" cy="325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u="sng" dirty="0" smtClean="0">
                <a:solidFill>
                  <a:schemeClr val="accent4">
                    <a:lumMod val="75000"/>
                  </a:schemeClr>
                </a:solidFill>
              </a:rPr>
              <a:t>TABLE OF CONTENT</a:t>
            </a:r>
            <a:endParaRPr lang="en-US" sz="2800" u="sng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OVERVIEW OF THE ORGANIZATION</a:t>
            </a: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VISION AND MISION OF THE ORGANIZATION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ORGANIZATION STRUCTURE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ROLES AND RESPONSIBILTIES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PRODUCTS AND SOLUTIONS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MARKET PERFORMANCE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07" y="58615"/>
            <a:ext cx="1905000" cy="138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874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138" y="1644162"/>
            <a:ext cx="5591908" cy="536330"/>
          </a:xfrm>
        </p:spPr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eriod"/>
            </a:pPr>
            <a:r>
              <a:rPr sz="3600" dirty="0"/>
              <a:t>Overview of the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369" y="2999480"/>
            <a:ext cx="7930662" cy="1554935"/>
          </a:xfrm>
        </p:spPr>
        <p:txBody>
          <a:bodyPr>
            <a:noAutofit/>
          </a:bodyPr>
          <a:lstStyle/>
          <a:p>
            <a:r>
              <a:rPr dirty="0" err="1" smtClean="0"/>
              <a:t>Net</a:t>
            </a:r>
            <a:r>
              <a:rPr lang="en-US" dirty="0" err="1" smtClean="0"/>
              <a:t>L</a:t>
            </a:r>
            <a:r>
              <a:rPr dirty="0" err="1" smtClean="0"/>
              <a:t>abs</a:t>
            </a:r>
            <a:r>
              <a:rPr dirty="0" smtClean="0"/>
              <a:t> </a:t>
            </a:r>
            <a:r>
              <a:rPr dirty="0"/>
              <a:t>Global IT Services Pvt. Ltd. is a global business transformation enabler providing Technology, Infrastructure, and People solutions. With offices in India, USA, and Australia, the company focuses on managed IT services, emerging technologies, cybersecurity, and talent solutions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b="1" dirty="0" err="1"/>
              <a:t>Netlabs</a:t>
            </a:r>
            <a:r>
              <a:rPr lang="en-US" b="1" dirty="0"/>
              <a:t> Global IT Services </a:t>
            </a:r>
            <a:r>
              <a:rPr lang="en-US" b="1" dirty="0" err="1"/>
              <a:t>Pvt</a:t>
            </a:r>
            <a:r>
              <a:rPr lang="en-US" b="1" dirty="0"/>
              <a:t> Ltd</a:t>
            </a:r>
            <a:r>
              <a:rPr lang="en-US" dirty="0"/>
              <a:t> was incorporated as a </a:t>
            </a:r>
            <a:r>
              <a:rPr lang="en-US" b="1" dirty="0"/>
              <a:t>private limited company on 9 March 2016</a:t>
            </a:r>
            <a:r>
              <a:rPr lang="en-US" dirty="0"/>
              <a:t> under the Indian Companies Act. This is its official establishment date according to corporate </a:t>
            </a:r>
            <a:r>
              <a:rPr lang="en-US" dirty="0" smtClean="0"/>
              <a:t>records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07" y="314204"/>
            <a:ext cx="2025162" cy="1136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408" y="1591408"/>
            <a:ext cx="7772400" cy="861646"/>
          </a:xfrm>
        </p:spPr>
        <p:txBody>
          <a:bodyPr/>
          <a:lstStyle/>
          <a:p>
            <a:r>
              <a:rPr lang="en-US" dirty="0" smtClean="0"/>
              <a:t>2. </a:t>
            </a:r>
            <a:r>
              <a:rPr dirty="0" smtClean="0"/>
              <a:t>Vision </a:t>
            </a:r>
            <a:r>
              <a:rPr dirty="0"/>
              <a:t>and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2710492"/>
            <a:ext cx="670853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u="sng" dirty="0"/>
              <a:t>Vision:</a:t>
            </a:r>
          </a:p>
          <a:p>
            <a:r>
              <a:rPr dirty="0"/>
              <a:t>To </a:t>
            </a:r>
            <a:r>
              <a:rPr lang="en-US" dirty="0" smtClean="0"/>
              <a:t>create endless possibilities of growth and well being for all our stakeholders – customers , employees, partners, investors and societies</a:t>
            </a:r>
            <a:endParaRPr dirty="0"/>
          </a:p>
          <a:p>
            <a:pPr marL="0" indent="0">
              <a:buNone/>
            </a:pPr>
            <a:r>
              <a:rPr b="1" u="sng" dirty="0" smtClean="0"/>
              <a:t>Mission</a:t>
            </a:r>
            <a:r>
              <a:rPr b="1" u="sng" dirty="0"/>
              <a:t>:</a:t>
            </a:r>
          </a:p>
          <a:p>
            <a:r>
              <a:rPr lang="en-US" dirty="0" smtClean="0"/>
              <a:t>We strive to be a global business transformation enabler by helping our customers adopt smart cutting-edge technologies, smart industry practices and smart people talent solutions to stay ahead of the curve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2" y="0"/>
            <a:ext cx="1905000" cy="1485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17" y="3332285"/>
            <a:ext cx="6140030" cy="25145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84" y="0"/>
            <a:ext cx="1905000" cy="157382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9954" y="1732029"/>
            <a:ext cx="45104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3. Organizational Structure</a:t>
            </a:r>
          </a:p>
        </p:txBody>
      </p:sp>
    </p:spTree>
    <p:extLst>
      <p:ext uri="{BB962C8B-B14F-4D97-AF65-F5344CB8AC3E}">
        <p14:creationId xmlns:p14="http://schemas.microsoft.com/office/powerpoint/2010/main" val="36902729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97977"/>
            <a:ext cx="7772400" cy="1188368"/>
          </a:xfrm>
        </p:spPr>
        <p:txBody>
          <a:bodyPr/>
          <a:lstStyle/>
          <a:p>
            <a:r>
              <a:rPr lang="en-US" dirty="0" smtClean="0"/>
              <a:t>4. </a:t>
            </a:r>
            <a:r>
              <a:rPr dirty="0" smtClean="0"/>
              <a:t>Roles </a:t>
            </a:r>
            <a:r>
              <a:rPr dirty="0"/>
              <a:t>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669554"/>
            <a:ext cx="7051431" cy="3634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Management: Strategic planning and decision-making</a:t>
            </a:r>
          </a:p>
          <a:p>
            <a:pPr marL="0" indent="0">
              <a:buNone/>
            </a:pPr>
            <a:r>
              <a:rPr dirty="0"/>
              <a:t>• Network &amp; DC Ops: Infrastructure and operations management</a:t>
            </a:r>
          </a:p>
          <a:p>
            <a:pPr marL="0" indent="0">
              <a:buNone/>
            </a:pPr>
            <a:r>
              <a:rPr dirty="0"/>
              <a:t>• Emerging Tech: RPA, AI, automation, product development</a:t>
            </a:r>
          </a:p>
          <a:p>
            <a:pPr marL="0" indent="0">
              <a:buNone/>
            </a:pPr>
            <a:r>
              <a:rPr dirty="0"/>
              <a:t>• HR: Talent management and employee engagement</a:t>
            </a:r>
          </a:p>
          <a:p>
            <a:pPr marL="0" indent="0">
              <a:buNone/>
            </a:pPr>
            <a:r>
              <a:rPr dirty="0"/>
              <a:t>• Finance: Budgeting, invoicing, and payment processing</a:t>
            </a:r>
          </a:p>
          <a:p>
            <a:pPr marL="0" indent="0">
              <a:buNone/>
            </a:pPr>
            <a:r>
              <a:rPr dirty="0"/>
              <a:t>• Sales: Business development and client relationships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07" y="58615"/>
            <a:ext cx="1905000" cy="15064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77" y="1549558"/>
            <a:ext cx="8267700" cy="52542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5. </a:t>
            </a:r>
            <a:r>
              <a:rPr dirty="0" smtClean="0"/>
              <a:t>Products </a:t>
            </a:r>
            <a:r>
              <a:rPr dirty="0"/>
              <a:t>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177" y="2250832"/>
            <a:ext cx="6544408" cy="45104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b="1" dirty="0"/>
              <a:t>Procure X Fusion – Procurement-to-Payment automation </a:t>
            </a:r>
            <a:r>
              <a:rPr b="1" dirty="0" smtClean="0"/>
              <a:t>platform</a:t>
            </a:r>
            <a:endParaRPr lang="en-US" b="1" dirty="0" smtClean="0"/>
          </a:p>
          <a:p>
            <a:pPr marL="0" indent="0">
              <a:buNone/>
            </a:pPr>
            <a:r>
              <a:rPr lang="en-US" sz="1800" dirty="0" smtClean="0"/>
              <a:t>Procure </a:t>
            </a:r>
            <a:r>
              <a:rPr lang="en-US" sz="1800" dirty="0"/>
              <a:t>X Fusion is a comprehensive solution that transforms the procurement-to-payment process, addressing key challenges faced by organizations through automation, centralization, and data-driven </a:t>
            </a:r>
            <a:r>
              <a:rPr lang="en-US" sz="1800" dirty="0" smtClean="0"/>
              <a:t>insights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• </a:t>
            </a:r>
            <a:r>
              <a:rPr lang="en-US" b="1" dirty="0"/>
              <a:t>Data Center &amp; Managed IT Services:</a:t>
            </a:r>
          </a:p>
          <a:p>
            <a:pPr marL="0" indent="0">
              <a:buNone/>
            </a:pPr>
            <a:r>
              <a:rPr lang="en-US" sz="1800" dirty="0" smtClean="0"/>
              <a:t>End </a:t>
            </a:r>
            <a:r>
              <a:rPr lang="en-US" sz="1800" dirty="0"/>
              <a:t>to End Managed IT Services for Applications, Infrastructure, and the Cloud with a “Smart shoring” concept and patented methodology for Availability and Performance Management of IT. State of the Art Tier-II Data Centre.</a:t>
            </a:r>
            <a:endParaRPr lang="en-US" sz="1800" b="1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77" y="0"/>
            <a:ext cx="1905000" cy="1582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32917" y="650603"/>
            <a:ext cx="76515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632916" y="1639614"/>
            <a:ext cx="7651547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Cyber Resilience &amp; Compliance </a:t>
            </a:r>
            <a:r>
              <a:rPr lang="en-US" sz="2400" b="1" dirty="0" smtClean="0"/>
              <a:t>Solutions: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r>
              <a:rPr lang="en-US" dirty="0"/>
              <a:t>One-Stop Shop for Enabling Enterprise Business Continuity By Protecting Critical Assets Against Known And Emerging Threats Across The Ecosystem Including Advisory, Solutions And Compliance Assessments.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632915" y="3921286"/>
            <a:ext cx="7651547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Talent-as-a-Service (</a:t>
            </a:r>
            <a:r>
              <a:rPr lang="en-US" sz="2400" b="1" dirty="0" err="1"/>
              <a:t>TaaS</a:t>
            </a:r>
            <a:r>
              <a:rPr lang="en-US" sz="2400" b="1" dirty="0" smtClean="0"/>
              <a:t>):</a:t>
            </a:r>
          </a:p>
          <a:p>
            <a:endParaRPr lang="en-US" sz="2400" b="1" dirty="0" smtClean="0"/>
          </a:p>
          <a:p>
            <a:r>
              <a:rPr lang="en-US" dirty="0"/>
              <a:t>Comprehensive Talent services for enterprises. A proven model of “Source-Train-Deploy” of </a:t>
            </a:r>
            <a:r>
              <a:rPr lang="en-US" dirty="0" err="1"/>
              <a:t>freshers</a:t>
            </a:r>
            <a:r>
              <a:rPr lang="en-US" dirty="0"/>
              <a:t> and Staffing of laterals helping enterprises recruit the best talent in a cost optimized, repeatable, and scalable model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06" y="41030"/>
            <a:ext cx="1998785" cy="130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68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123" y="1135263"/>
            <a:ext cx="5064369" cy="63199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6. </a:t>
            </a:r>
            <a:r>
              <a:rPr dirty="0" smtClean="0"/>
              <a:t>Market </a:t>
            </a:r>
            <a:r>
              <a:rPr dirty="0"/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17779"/>
            <a:ext cx="6198577" cy="2620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100+ customer relationships</a:t>
            </a:r>
          </a:p>
          <a:p>
            <a:pPr marL="0" indent="0">
              <a:buNone/>
            </a:pPr>
            <a:r>
              <a:rPr dirty="0"/>
              <a:t>• 40+ technology partners</a:t>
            </a:r>
          </a:p>
          <a:p>
            <a:pPr marL="0" indent="0">
              <a:buNone/>
            </a:pPr>
            <a:r>
              <a:rPr dirty="0"/>
              <a:t>• Clients across </a:t>
            </a:r>
            <a:r>
              <a:rPr dirty="0" smtClean="0"/>
              <a:t>BFSI</a:t>
            </a:r>
            <a:r>
              <a:rPr lang="en-US" dirty="0" smtClean="0"/>
              <a:t>(</a:t>
            </a:r>
            <a:r>
              <a:rPr lang="en-US" dirty="0"/>
              <a:t>Banking, Financial Services, and </a:t>
            </a:r>
            <a:r>
              <a:rPr lang="en-US" dirty="0" smtClean="0"/>
              <a:t>Insurance)</a:t>
            </a:r>
            <a:r>
              <a:rPr dirty="0" smtClean="0"/>
              <a:t>, </a:t>
            </a:r>
            <a:r>
              <a:rPr lang="en-US" dirty="0" smtClean="0"/>
              <a:t>  </a:t>
            </a:r>
            <a:r>
              <a:rPr dirty="0" smtClean="0"/>
              <a:t>Healthcare</a:t>
            </a:r>
            <a:r>
              <a:rPr dirty="0"/>
              <a:t>, Education, Manufacturing, </a:t>
            </a:r>
            <a:r>
              <a:rPr dirty="0" err="1"/>
              <a:t>Govt</a:t>
            </a:r>
            <a:r>
              <a:rPr dirty="0"/>
              <a:t> &amp; PSU</a:t>
            </a:r>
          </a:p>
          <a:p>
            <a:pPr marL="0" indent="0">
              <a:buNone/>
            </a:pPr>
            <a:r>
              <a:rPr dirty="0"/>
              <a:t>• Trusted by global and Indian enterprises with long-term partnerships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07" y="41030"/>
            <a:ext cx="1691056" cy="9437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4844" y="4688439"/>
            <a:ext cx="20186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208324"/>
            <a:ext cx="63884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NetLabs</a:t>
            </a:r>
            <a:r>
              <a:rPr lang="en-US" dirty="0"/>
              <a:t> Global continues to drive digital transformation through innovative products, robust infrastructure services, and customer-focused solutions, positioning itself as a reliable technology partner in the global market.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34762" y="2370744"/>
            <a:ext cx="3370385" cy="1011116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THANK YOU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3" y="102578"/>
            <a:ext cx="1905000" cy="8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1965" y="5134818"/>
            <a:ext cx="5706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Official Website :https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://www.netlabsglobal.com/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687557" y="1441351"/>
            <a:ext cx="3362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Any Questions 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968670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497</TotalTime>
  <Words>563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Rockwell</vt:lpstr>
      <vt:lpstr>Rockwell Condensed</vt:lpstr>
      <vt:lpstr>Wingdings</vt:lpstr>
      <vt:lpstr>Wood Type</vt:lpstr>
      <vt:lpstr>COMPANY PROFILE ORGANIZATION</vt:lpstr>
      <vt:lpstr>AGENDA</vt:lpstr>
      <vt:lpstr>Overview of the Organization</vt:lpstr>
      <vt:lpstr>2. Vision and Mission</vt:lpstr>
      <vt:lpstr>PowerPoint Presentation</vt:lpstr>
      <vt:lpstr>4. Roles and Responsibilities</vt:lpstr>
      <vt:lpstr>5. Products and Solutions</vt:lpstr>
      <vt:lpstr>PowerPoint Presentation</vt:lpstr>
      <vt:lpstr>6. Market Performance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Netlabs Global IT Services Pvt. Ltd.</dc:title>
  <dc:subject/>
  <dc:creator>Megha</dc:creator>
  <cp:keywords/>
  <dc:description>generated using python-pptx</dc:description>
  <cp:lastModifiedBy>Kavya M</cp:lastModifiedBy>
  <cp:revision>42</cp:revision>
  <dcterms:created xsi:type="dcterms:W3CDTF">2013-01-27T09:14:16Z</dcterms:created>
  <dcterms:modified xsi:type="dcterms:W3CDTF">2026-04-03T09:52:21Z</dcterms:modified>
  <cp:category/>
</cp:coreProperties>
</file>